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 snapToObjects="1">
      <p:cViewPr varScale="1">
        <p:scale>
          <a:sx n="193" d="100"/>
          <a:sy n="193" d="100"/>
        </p:scale>
        <p:origin x="11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320040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0" y="5486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Lunch Pair ユーザーマニュアル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社内ランチマッチングアプリ 操作ガイド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Version 1.01 |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01. Lunch Pair とは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02. アカウント登録・ログイン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03. プロフィール設定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04. スワイプ（相手を探す）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05. マッチ＆トーク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06. いいね確認（プレミアム機能）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07. マイページ（プロフィール編集）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08. 通報機能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09. よくある質問（FAQ）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🍽️  Lunch Pair とは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Lunch Pair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 err="1"/>
              <a:t>社内の同僚とランチパートナーをマッチングするアプリです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スワイプ操作で</a:t>
            </a:r>
            <a:r>
              <a:rPr dirty="0" err="1"/>
              <a:t>、気軽に相手を選べます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 err="1"/>
              <a:t>お互いが「いいかも</a:t>
            </a:r>
            <a:r>
              <a:rPr dirty="0"/>
              <a:t>！」</a:t>
            </a:r>
            <a:r>
              <a:rPr dirty="0" err="1"/>
              <a:t>を選んだらマッチ成立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 err="1"/>
              <a:t>マッチすると相手の顔写真・名前が公開され、チャットが可能に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 err="1"/>
              <a:t>ランチの好みや曜日・時間・予算で絞り込みもできます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/>
              <a:t>🔒 </a:t>
            </a:r>
            <a:r>
              <a:rPr dirty="0" err="1"/>
              <a:t>プライバシー保護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/>
              <a:t>  • </a:t>
            </a:r>
            <a:r>
              <a:rPr dirty="0" err="1"/>
              <a:t>マッチ前：写真のみ表示（名前は非公開</a:t>
            </a:r>
            <a:r>
              <a:rPr dirty="0"/>
              <a:t>）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rPr dirty="0"/>
              <a:t>  • </a:t>
            </a:r>
            <a:r>
              <a:rPr dirty="0" err="1"/>
              <a:t>マッチ後：顔写真・名前・詳細情報が公開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💡 本アプリは社内POCとして運用しています。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🔐  アカウント登録・ログイン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アカウント登録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1. アプリにアクセスすると、ログイン画面が表示されます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2.「アカウントを作成」をタップ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3. 会社のメールアドレスとパスワードを入力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4. 登録したメールアドレスに認証コードが届きます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5. 認証コードを入力して登録完了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⚠️ パスワードは8文字以上で設定してください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⚠️ 認証コードの有効期限は24時間です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👤  プロフィール設定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プロフィール設定（初回ログイン時）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基本情報（必須）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✅ 表示名（ニックネーム）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✅ 写真1（メイン写真）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✅ 写真2（サブ写真）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📷 写真3・4（任意）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🏢 所属部署（任意）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ランチ設定（任意）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📅 ランチ可能曜日（月〜金）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🕐 ランチ時間（11:30〜13:00）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💰 予算（~500円〜~2000円）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📍 エリア（本社周辺・駅周辺 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こだわり設定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以下の食の好みを複数選択できます：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🍣 和食　　🍝 洋食　　🥟 中華　　🌶️ 韓国料理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🍛 カレー　🍜 ラーメン　🍣 寿司　☕ カフェ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🥗 ヘルシー　🍖 がっつり　🔥 辛いもの好き　☕ コーヒー好き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自由記入欄もあります（例：「ベジタリアンです」「辛さ控えめ希望」）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⭐ 共通のこだわりが多い相手ほど、カードが上位に表示されます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👆  スワイプ（相手を探す）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スワイプ操作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操作方法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→ 右スワイプ＝「いいかも！」（OK）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← 左スワイプ＝「また今度」（SKIP）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カードには写真・部署・共通こだわりが表示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フィルターボタンで条件を絞り込める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💡 共通こだわりが多い順に表示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スワイプ制限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🆓 無料会員：1日3回まで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⭐ プレミアム：無制限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制限到達時のメッセージ：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「本日のスワイプ上限に達しました」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💡 毎日0時にリセットされます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💬  マッチ＆トーク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マッチの仕組み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お互いが「いいかも！」を選んだ場合にマッチが成立します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🎉 マッチ成立時：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「マッチしました！」のお祝い画面が表示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相手の顔写真と名前が見れるようになります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トーク画面でチャットが可能に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📱 マッチ一覧（トークタブ）：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マッチした相手の一覧が表示されます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最新のメッセージがプレビュー表示されます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未読メッセージがある場合、赤いバッジで件数表示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トーク（チャット）機能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マッチした相手と1対1でメッセージのやり取りができます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📝 メッセージ送信：テキスト入力して送信ボタンをタップ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📋 会話のきっかけ：初回は提案メッセージが用意されています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 • 「今週のランチ、一緒にいかがですか？」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 • 「おすすめのお店はありますか？」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 • 「〇〇が好きなんですね！私もです！」等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👤 相手のプロフィール：ヘッダーの名前をタップで詳細表示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🚩 通報：右上の旗アイコンから通報可能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💡 メッセージはリアルタイムで更新されます（約1秒間隔）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💛  いいね確認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いいね確認（お相手からタブ）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お相手から（受信したいいね）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🔒 無料会員：ロック状態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⭐ プレミアム：解除して閲覧可能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解除すると：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あなたにOKした人の一覧が表示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「いいかも」or「スキップ」で返答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いいかもを返すとマッチ成立！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自分から（送ったいいね）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全員閲覧可能（無料機能）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表示内容：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🟢 マッチ済み：名前・写真表示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• ⏳ 返事待ち：名前非公開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💡 マッチ済みの相手はトークで会話可能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⚙️  マイページ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マイページ（プロフィール編集）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マイページでは以下の操作ができます：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📝 プロフィール編集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表示名の変更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写真の追加・変更・削除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こだわり（食の好み）の変更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ランチ設定（曜日・時間・予算・エリア）の変更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倫理的価値観の設定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🔒 アカウント操作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• ログアウト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🚩  通報機能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通報機能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不適切な行為を発見した場合、ユーザーを通報できます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通報理由（選択式）：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1. 不適切なメッセージ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2. なりすまし・偽プロフィール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3. 不快な写真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4. スパム・宣伝行為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5. ハラスメント・嫌がらせ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6. 個人情報の悪用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7. ドタキャン・無断キャンセル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  8. その他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💡 詳細を記入いただくと、対応がスムーズです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74151"/>
                </a:solidFill>
              </a:defRPr>
            </a:pPr>
            <a:r>
              <a:t>💡 通報内容は運営チームが確認し、適切に対応します。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3716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97316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</a:defRPr>
            </a:pPr>
            <a:r>
              <a:t>❓  よくある質問（FAQ）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822960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よくある質問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1日にスワイプできる回数は？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無料会員は1日3回まで。毎日0時にリセットされます。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マッチする前に相手の名前は分かる？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いいえ。マッチが成立するまで名前は非公開です。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メッセージはリアルタイム？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はい。約1秒間隔で自動更新されます。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パスワードを忘れた場合は？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ログイン画面の「パスワードを忘れた場合」から再設定できます。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Q. 問い合わせはどこから？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A. マイページから問い合わせフォームをご利用ください。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9144000" cy="5148072"/>
          </a:xfrm>
          <a:prstGeom prst="roundRect">
            <a:avLst>
              <a:gd name="adj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Lunch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素敵なランチパートナーを見つけましょう！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お問い合わせ：マイページ → お問い合わせ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765</Words>
  <Application>Microsoft Macintosh PowerPoint</Application>
  <PresentationFormat>Custom</PresentationFormat>
  <Paragraphs>177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成 烈雨</cp:lastModifiedBy>
  <cp:revision>2</cp:revision>
  <dcterms:created xsi:type="dcterms:W3CDTF">2013-01-27T09:14:16Z</dcterms:created>
  <dcterms:modified xsi:type="dcterms:W3CDTF">2026-03-26T05:53:08Z</dcterms:modified>
  <cp:category/>
</cp:coreProperties>
</file>