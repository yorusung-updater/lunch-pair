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320040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548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Lunch Pair 사용자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사내 점심 매칭 앱 사용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Version 1.01 |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01. Lunch Pair란?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02. 계정 등록 및 로그인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03. 프로필 설정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04. 스와이프 (상대 찾기)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05. 매칭 &amp; 채팅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06. 좋아요 확인 (프리미엄 기능)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07. 마이페이지 (프로필 편집)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08. 신고 기능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09. 자주 묻는 질문 (FAQ)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🍽️  Lunch Pair란?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Lunch Pair란?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사내 동료와 점심 파트너를 매칭해주는 앱입니다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틴더 스타일의 스와이프 조작으로 간편하게 상대를 선택합니다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서로 '좋아요!'를 선택하면 매칭 성립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매칭되면 상대의 사진·이름이 공개되고 채팅이 가능해집니다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점심 취향, 요일, 시간, 예산으로 필터링도 가능합니다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🔒 프라이버시 보호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매칭 전: 사진만 표시 (이름 비공개)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매칭 후: 사진·이름·상세 정보 공개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💡 본 앱은 사내 POC로 운영 중입니다.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🔐  계정 등록 및 로그인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계정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1. 앱에 접속하면 로그인 화면이 표시됩니다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2. '계정 만들기'를 탭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3. 회사 이메일 주소와 비밀번호를 입력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4. 등록한 이메일로 인증 코드가 발송됩니다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5. 인증 코드를 입력하면 등록 완료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⚠️ 비밀번호는 8자 이상으로 설정해주세요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⚠️ 인증 코드의 유효기간은 24시간입니다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👤  프로필 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프로필 설정 (최초 로그인 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기본 정보 (필수)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✅ 표시 이름 (닉네임)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✅ 사진 1 (메인 사진)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✅ 사진 2 (서브 사진)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📷 사진 3·4 (선택)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🏢 소속 부서 (선택)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점심 설정 (선택)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📅 점심 가능 요일 (월~금)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🕐 점심 시간 (11:30~13:00)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💰 예산 (~500엔 ~ ~2000엔)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📍 에리어 (본사 주변·역 주변 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취향 설정 (こだわり)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다음 음식 취향을 복수 선택할 수 있습니다: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🍣 일식　　🍝 양식　　🥟 중식　　🌶️ 한식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🍛 카레　🍜 라멘　🍣 스시　☕ 카페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🥗 건강식　🍖 든든한 식사　🔥 매운 음식 좋아함　☕ 커피 좋아함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자유 기입란도 있습니다 (예: '비건입니다', '매운 거 약하게 희망')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⭐ 공통 취향이 많은 상대일수록 카드가 상위에 표시됩니다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👆  스와이프 (상대 찾기)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스와이프 조작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조작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→ 오른쪽 스와이프 = '좋아요!' (OK)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← 왼쪽 스와이프 = '다음에' (SKIP)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카드에는 사진·부서·공통 취향이 표시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필터 버튼으로 조건 필터링 가능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💡 공통 취향이 많은 순서로 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스와이프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🆓 무료 회원: 하루 3회까지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⭐ 프리미엄: 무제한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제한 도달 시 메시지: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'오늘의 스와이프 상한에 도달했습니다'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💡 매일 자정에 리셋됩니다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💬  매칭 &amp; 채팅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매칭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서로 '좋아요!'를 선택한 경우 매칭이 성립됩니다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🎉 매칭 성립 시: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'매칭되었습니다!' 축하 화면 표시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상대의 사진과 이름이 보이게 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토크 화면에서 채팅 가능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📱 매칭 목록 (토크 탭):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매칭된 상대 목록이 표시됩니다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최신 메시지가 미리보기로 표시됩니다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안 읽은 메시지가 있으면 빨간 뱃지로 건수 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채팅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매칭된 상대와 1대1로 메시지를 주고받을 수 있습니다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📝 메시지 전송: 텍스트 입력 후 전송 버튼 탭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📋 대화 시작 도우미: 첫 대화 시 제안 메시지가 준비되어 있습니다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 • '이번 주 점심, 같이 어떠세요?'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 • '추천 식당 있으세요?'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 • '〇〇 좋아하시는군요! 저도요!' 등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👤 상대 프로필: 헤더의 이름을 탭하면 상세 표시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🚩 신고: 오른쪽 상단 깃발 아이콘에서 신고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💡 메시지는 실시간으로 업데이트됩니다 (약 1초 간격)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💛  좋아요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좋아요 확인 (お相手から 탭)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받은 좋아요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🔒 무료 회원: 잠금 상태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⭐ 프리미엄: 해제하여 열람 가능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해제하면: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나에게 OK한 사람 목록 표시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'좋아요' 또는 '스킵'으로 응답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좋아요를 반환하면 매칭 성립!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보낸 좋아요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전원 열람 가능 (무료 기능)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표시 내용: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🟢 매칭 완료: 이름·사진 표시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⏳ 답장 대기: 이름 비공개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💡 매칭 완료 상대는 채팅으로 대화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⚙️  마이페이지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마이페이지 (프로필 편집)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마이페이지에서는 다음 작업이 가능합니다: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📝 프로필 편집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표시 이름 변경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사진 추가·변경·삭제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취향 (음식 선호) 변경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점심 설정 (요일·시간·예산·에리어) 변경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윤리적 가치관 설정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🔒 계정 조작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로그아웃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🚩  신고 기능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신고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부적절한 행위를 발견한 경우 사용자를 신고할 수 있습니다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신고 사유 (선택식):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1. 부적절한 메시지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2. 사칭·가짜 프로필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3. 불쾌한 사진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4. 스팸·광고 행위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5. 괴롭힘·따돌림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6. 개인정보 악용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7. 약속 무단 취소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8. 기타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💡 상세 내용을 기입하면 대응이 빨라집니다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💡 신고 내용은 운영팀이 확인하여 적절히 대응합니다.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❓  자주 묻는 질문 (FAQ)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하루에 스와이프할 수 있는 횟수는?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무료 회원은 하루 3회까지. 매일 자정에 리셋됩니다.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매칭 전에 상대의 이름을 알 수 있나요?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아니요. 매칭이 성립될 때까지 이름은 비공개입니다.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메시지는 실시간인가요?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네. 약 1초 간격으로 자동 업데이트됩니다.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비밀번호를 잊었을 경우?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로그인 화면의 '비밀번호를 잊었을 경우'에서 재설정 가능합니다.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문의는 어디서?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마이페이지에서 문의 폼을 이용해주세요.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Lunch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멋진 점심 파트너를 찾아보세요!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문의: 마이페이지 → 문의하기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